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188720"/>
            <a:ext cx="4572000" cy="4572000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291840"/>
            <a:ext cx="3657600" cy="365760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566160"/>
            <a:ext cx="2194560" cy="2194560"/>
          </a:xfrm>
          <a:prstGeom prst="ellipse">
            <a:avLst/>
          </a:prstGeom>
          <a:solidFill>
            <a:srgbClr val="F43F5E">
              <a:alpha val="4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API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DevOps project: CI/CD on Kubernetes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Flask  •  Git &amp; GitHub  •  Docker  •  Jenkins  •  Kubernetes (Minikube)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40280" y="34747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0280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34747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40680" y="34747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0680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Bhatt  |  BCA Student  |  Aspiring Cloud Engineer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Architecture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852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app, taken through a real DevOps delivery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24688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158240" cy="109728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2920" y="1280160"/>
            <a:ext cx="106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15440" y="16916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71472" y="1280160"/>
            <a:ext cx="1158240" cy="10972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917192" y="1280160"/>
            <a:ext cx="106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29712" y="16916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85744" y="1280160"/>
            <a:ext cx="1158240" cy="109728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331464" y="1280160"/>
            <a:ext cx="106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43984" y="16916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0016" y="1280160"/>
            <a:ext cx="1158240" cy="109728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745736" y="1280160"/>
            <a:ext cx="106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container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858256" y="16916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14288" y="1280160"/>
            <a:ext cx="1158240" cy="109728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160008" y="1280160"/>
            <a:ext cx="106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72528" y="16916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28560" y="1280160"/>
            <a:ext cx="1158240" cy="10972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574280" y="1280160"/>
            <a:ext cx="106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API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26974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697480"/>
            <a:ext cx="260604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926080"/>
            <a:ext cx="2606040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269748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154680"/>
            <a:ext cx="23317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Ticket API built with Python + Flask, exposed on port 5000.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64408" y="26974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64408" y="2697480"/>
            <a:ext cx="2606040" cy="384048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64408" y="2926080"/>
            <a:ext cx="2606040" cy="1554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74136" y="269748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3401568" y="3154680"/>
            <a:ext cx="23317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holds the source. Jenkins checks out, builds the Docker image and deploys.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80760" y="26974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2697480"/>
            <a:ext cx="2606040" cy="384048"/>
          </a:xfrm>
          <a:prstGeom prst="roundRect">
            <a:avLst>
              <a:gd name="adj" fmla="val 2381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0760" y="2926080"/>
            <a:ext cx="2606040" cy="1554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90488" y="269748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217920" y="3154680"/>
            <a:ext cx="23317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(Minikube) runs the container; the rollout is verified with kubectl.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Control: GitHub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852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the source of truth for the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246888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3840480" cy="384048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08760"/>
            <a:ext cx="3840480" cy="155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280160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1737360"/>
            <a:ext cx="35661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cloud-support-devops-project (public)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main  •  10 commits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app.py, Dockerfile, Jenkinsfile, deployment.yaml, service.yaml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add → commit → push → Jenkins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74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pulls the code from this repo; there is no local copy involved in the pipeline.</a:t>
            </a:r>
            <a:endParaRPr lang="en-US" sz="1250" dirty="0"/>
          </a:p>
        </p:txBody>
      </p:sp>
      <p:sp>
        <p:nvSpPr>
          <p:cNvPr id="15" name="frame ghrepo"/>
          <p:cNvSpPr/>
          <p:nvPr/>
        </p:nvSpPr>
        <p:spPr>
          <a:xfrm>
            <a:off x="4517136" y="1271016"/>
            <a:ext cx="353872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</p:spPr>
      </p:sp>
      <p:pic>
        <p:nvPicPr>
          <p:cNvPr id="16" name="screenshot ghrepo" descr="/home/claude/img/ghrep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25880"/>
            <a:ext cx="3429000" cy="17373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572000" y="3200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repo: files + commit history</a:t>
            </a:r>
            <a:endParaRPr lang="en-US" sz="1100" dirty="0"/>
          </a:p>
        </p:txBody>
      </p:sp>
      <p:sp>
        <p:nvSpPr>
          <p:cNvPr id="18" name="frame gitpush"/>
          <p:cNvSpPr/>
          <p:nvPr/>
        </p:nvSpPr>
        <p:spPr>
          <a:xfrm>
            <a:off x="4517136" y="3511296"/>
            <a:ext cx="3517392" cy="978408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31750">
            <a:solidFill>
              <a:srgbClr val="10B981"/>
            </a:solidFill>
            <a:prstDash val="solid"/>
          </a:ln>
        </p:spPr>
      </p:sp>
      <p:pic>
        <p:nvPicPr>
          <p:cNvPr id="19" name="screenshot gitpush" descr="/home/claude/img/gitpus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566160"/>
            <a:ext cx="3407664" cy="8686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72000" y="4544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-u origin main from VS Code terminal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852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Flask API, so the focus stays on DevOps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24688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4389120" cy="3291840"/>
          </a:xfrm>
          <a:prstGeom prst="roundRect">
            <a:avLst>
              <a:gd name="adj" fmla="val 2778"/>
            </a:avLst>
          </a:prstGeom>
          <a:solidFill>
            <a:srgbClr val="0F172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73736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Flask, jsonify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home():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jsonify({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"application": "Customer Support Ticket API is running",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"status": "running"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@app.route("/health")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health():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jsonify({"status": "healthy"})</a:t>
            </a:r>
            <a:endParaRPr lang="en-US" sz="950" dirty="0"/>
          </a:p>
        </p:txBody>
      </p:sp>
      <p:sp>
        <p:nvSpPr>
          <p:cNvPr id="12" name="frame running"/>
          <p:cNvSpPr/>
          <p:nvPr/>
        </p:nvSpPr>
        <p:spPr>
          <a:xfrm>
            <a:off x="5065776" y="1316736"/>
            <a:ext cx="3675888" cy="121616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</p:spPr>
      </p:sp>
      <p:pic>
        <p:nvPicPr>
          <p:cNvPr id="13" name="screenshot running" descr="/home/claude/img/runn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371600"/>
            <a:ext cx="3566160" cy="110643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120640" y="2615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 →  application status</a:t>
            </a:r>
            <a:endParaRPr lang="en-US" sz="1100" dirty="0"/>
          </a:p>
        </p:txBody>
      </p:sp>
      <p:sp>
        <p:nvSpPr>
          <p:cNvPr id="15" name="frame health"/>
          <p:cNvSpPr/>
          <p:nvPr/>
        </p:nvSpPr>
        <p:spPr>
          <a:xfrm>
            <a:off x="5065776" y="2962656"/>
            <a:ext cx="3675888" cy="1469552"/>
          </a:xfrm>
          <a:prstGeom prst="roundRect">
            <a:avLst>
              <a:gd name="adj" fmla="val 4978"/>
            </a:avLst>
          </a:prstGeom>
          <a:solidFill>
            <a:srgbClr val="FFFFFF"/>
          </a:solidFill>
          <a:ln w="31750">
            <a:solidFill>
              <a:srgbClr val="F43F5E"/>
            </a:solidFill>
            <a:prstDash val="solid"/>
          </a:ln>
        </p:spPr>
      </p:sp>
      <p:pic>
        <p:nvPicPr>
          <p:cNvPr id="16" name="screenshot health" descr="/home/claude/img/healt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017520"/>
            <a:ext cx="3566160" cy="135982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120640" y="4514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 →  {"status":"healthy"}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Containerization: Docker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852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app once, run it the same way everywhere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246888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865376" cy="91440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2920" y="128016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source code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322576" y="16002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8608" y="1280160"/>
            <a:ext cx="1865376" cy="9144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24328" y="128016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customer-ticket-api:latest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43984" y="16002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0016" y="1280160"/>
            <a:ext cx="1865376" cy="9144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45736" y="128016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on port 5000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65392" y="16002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21424" y="1280160"/>
            <a:ext cx="1865376" cy="914400"/>
          </a:xfrm>
          <a:prstGeom prst="roundRect">
            <a:avLst>
              <a:gd name="adj" fmla="val 12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67144" y="128016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 → Kubernetes</a:t>
            </a:r>
            <a:endParaRPr lang="en-US" sz="1400" dirty="0"/>
          </a:p>
        </p:txBody>
      </p:sp>
      <p:sp>
        <p:nvSpPr>
          <p:cNvPr id="20" name="frame dockerdesk"/>
          <p:cNvSpPr/>
          <p:nvPr/>
        </p:nvSpPr>
        <p:spPr>
          <a:xfrm>
            <a:off x="493776" y="2551176"/>
            <a:ext cx="4864608" cy="1105083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31750">
            <a:solidFill>
              <a:srgbClr val="06B6D4"/>
            </a:solidFill>
            <a:prstDash val="solid"/>
          </a:ln>
        </p:spPr>
      </p:sp>
      <p:pic>
        <p:nvPicPr>
          <p:cNvPr id="21" name="screenshot dockerdesk" descr="/home/claude/img/dockerdes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4754880" cy="99535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48640" y="3738555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Desktop: customer-ticket-api (5000:5000), Jenkins and minikube containers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69280" y="246888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85216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852160" y="2834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customer-ticket-api:latest 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5000:5000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customer-ticket-api:latest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852160" y="3931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runtime; the image is the artifact Jenkins hands to Kubernetes.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Jenkins Pipeline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852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pipeline from the Jenkinsfile in GitHub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24688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441094" cy="777240"/>
          </a:xfrm>
          <a:prstGeom prst="roundRect">
            <a:avLst>
              <a:gd name="adj" fmla="val 1411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2920" y="1188720"/>
            <a:ext cx="13496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Checkout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from GitHub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898294" y="14401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54326" y="1188720"/>
            <a:ext cx="1441094" cy="777240"/>
          </a:xfrm>
          <a:prstGeom prst="roundRect">
            <a:avLst>
              <a:gd name="adj" fmla="val 1411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200046" y="1188720"/>
            <a:ext cx="13496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Build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95421" y="14401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51453" y="1188720"/>
            <a:ext cx="1441094" cy="777240"/>
          </a:xfrm>
          <a:prstGeom prst="roundRect">
            <a:avLst>
              <a:gd name="adj" fmla="val 1411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897173" y="1188720"/>
            <a:ext cx="13496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Run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container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92547" y="14401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48579" y="1188720"/>
            <a:ext cx="1441094" cy="777240"/>
          </a:xfrm>
          <a:prstGeom prst="roundRect">
            <a:avLst>
              <a:gd name="adj" fmla="val 14118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594299" y="1188720"/>
            <a:ext cx="13496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Deploy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deployment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89674" y="14401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45706" y="1188720"/>
            <a:ext cx="1441094" cy="777240"/>
          </a:xfrm>
          <a:prstGeom prst="roundRect">
            <a:avLst>
              <a:gd name="adj" fmla="val 1411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291426" y="1188720"/>
            <a:ext cx="13496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Rollout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status</a:t>
            </a:r>
            <a:endParaRPr lang="en-US" sz="1400" dirty="0"/>
          </a:p>
        </p:txBody>
      </p:sp>
      <p:sp>
        <p:nvSpPr>
          <p:cNvPr id="23" name="frame consoletop"/>
          <p:cNvSpPr/>
          <p:nvPr/>
        </p:nvSpPr>
        <p:spPr>
          <a:xfrm>
            <a:off x="493776" y="2185416"/>
            <a:ext cx="3289849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</p:spPr>
      </p:sp>
      <p:pic>
        <p:nvPicPr>
          <p:cNvPr id="24" name="screenshot consoletop" descr="/home/claude/img/console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40280"/>
            <a:ext cx="3180121" cy="21031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48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Console: Jenkinsfile obtained from GitHub, checkout SCM</a:t>
            </a:r>
            <a:endParaRPr lang="en-US" sz="1100" dirty="0"/>
          </a:p>
        </p:txBody>
      </p:sp>
      <p:sp>
        <p:nvSpPr>
          <p:cNvPr id="26" name="frame consoleend"/>
          <p:cNvSpPr/>
          <p:nvPr/>
        </p:nvSpPr>
        <p:spPr>
          <a:xfrm>
            <a:off x="4517136" y="2185416"/>
            <a:ext cx="389231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31750">
            <a:solidFill>
              <a:srgbClr val="10B981"/>
            </a:solidFill>
            <a:prstDash val="solid"/>
          </a:ln>
        </p:spPr>
      </p:sp>
      <p:pic>
        <p:nvPicPr>
          <p:cNvPr id="27" name="screenshot consoleend" descr="/home/claude/img/consoleen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40280"/>
            <a:ext cx="3782590" cy="21031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4572000" y="4480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Console: kubectl rollout → "successfully rolled out", Finished: SUCCESS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Build History: Fail → Fix → Success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852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builds, 5 failed, 4 successful — each failure was debugged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246888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9" name="frame history"/>
          <p:cNvSpPr/>
          <p:nvPr/>
        </p:nvSpPr>
        <p:spPr>
          <a:xfrm>
            <a:off x="493776" y="1225296"/>
            <a:ext cx="3310128" cy="3415059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31750">
            <a:solidFill>
              <a:srgbClr val="F43F5E"/>
            </a:solidFill>
            <a:prstDash val="solid"/>
          </a:ln>
        </p:spPr>
      </p:sp>
      <p:pic>
        <p:nvPicPr>
          <p:cNvPr id="10" name="screenshot history" descr="/home/claude/img/histo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200400" cy="330533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0" y="1280160"/>
            <a:ext cx="4480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1280160"/>
            <a:ext cx="4480560" cy="384048"/>
          </a:xfrm>
          <a:prstGeom prst="roundRect">
            <a:avLst>
              <a:gd name="adj" fmla="val 2381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1508760"/>
            <a:ext cx="4480560" cy="1554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15968" y="1280160"/>
            <a:ext cx="4261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failed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343400" y="1737360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#1, #2, #4, #5, #7 failed during Git tool, checkout and pipeline-syntax setup.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06240" y="2441448"/>
            <a:ext cx="4480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06240" y="2441448"/>
            <a:ext cx="4480560" cy="384048"/>
          </a:xfrm>
          <a:prstGeom prst="roundRect">
            <a:avLst>
              <a:gd name="adj" fmla="val 2381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06240" y="2670048"/>
            <a:ext cx="4480560" cy="155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15968" y="2441448"/>
            <a:ext cx="4261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successful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343400" y="2898648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#3, #6, #8, #9 passed; #9 ran Checkout → Build → Run → Deploy → Rollout.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06240" y="3602736"/>
            <a:ext cx="4480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206240" y="3602736"/>
            <a:ext cx="4480560" cy="384048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06240" y="3831336"/>
            <a:ext cx="4480560" cy="155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15968" y="3602736"/>
            <a:ext cx="4261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343400" y="4059936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debugging: read console logs, fix config, rebuild until the pipeline is green.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Kubernetes (Minikube)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852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cluster output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246888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9" name="frame mkstart"/>
          <p:cNvSpPr/>
          <p:nvPr/>
        </p:nvSpPr>
        <p:spPr>
          <a:xfrm>
            <a:off x="402336" y="1225296"/>
            <a:ext cx="4407408" cy="1877507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31750">
            <a:solidFill>
              <a:srgbClr val="F43F5E"/>
            </a:solidFill>
            <a:prstDash val="solid"/>
          </a:ln>
        </p:spPr>
      </p:sp>
      <p:pic>
        <p:nvPicPr>
          <p:cNvPr id="10" name="screenshot mkstart" descr="/home/claude/img/mkst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297680" cy="176777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3185099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start → kubectl configured to use "minikube"</a:t>
            </a:r>
            <a:endParaRPr lang="en-US" sz="1100" dirty="0"/>
          </a:p>
        </p:txBody>
      </p:sp>
      <p:sp>
        <p:nvSpPr>
          <p:cNvPr id="12" name="frame podsvc"/>
          <p:cNvSpPr/>
          <p:nvPr/>
        </p:nvSpPr>
        <p:spPr>
          <a:xfrm>
            <a:off x="4974336" y="1225296"/>
            <a:ext cx="3767328" cy="120944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</p:spPr>
      </p:sp>
      <p:pic>
        <p:nvPicPr>
          <p:cNvPr id="13" name="screenshot podsvc" descr="/home/claude/img/podsv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0" cy="109971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29200" y="251703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 → 2/2 Running;  minikube service list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6576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657600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886200"/>
            <a:ext cx="4023360" cy="1554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66928" y="3657600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594360" y="4114800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customer-ticket-api (2 replicas). Jenkins updates the image with kubectl set image, then checks the rollout.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663440" y="36576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63440" y="3657600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63440" y="3886200"/>
            <a:ext cx="4023360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773168" y="3657600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800600" y="4114800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automates the change; Kubernetes runs and manages the containers.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Result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852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change reached the running cluster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24688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1158240" cy="109728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2920" y="1325880"/>
            <a:ext cx="106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app.py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15440" y="1737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71472" y="1325880"/>
            <a:ext cx="1158240" cy="10972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917192" y="1325880"/>
            <a:ext cx="106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 main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29712" y="1737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85744" y="1325880"/>
            <a:ext cx="1158240" cy="109728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331464" y="1325880"/>
            <a:ext cx="106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out + builds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43984" y="1737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0016" y="1325880"/>
            <a:ext cx="1158240" cy="109728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745736" y="1325880"/>
            <a:ext cx="106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latest image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858256" y="1737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14288" y="1325880"/>
            <a:ext cx="1158240" cy="109728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160008" y="1325880"/>
            <a:ext cx="106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deployment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72528" y="1737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28560" y="1325880"/>
            <a:ext cx="1158240" cy="10972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574280" y="1325880"/>
            <a:ext cx="106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updated app</a:t>
            </a:r>
            <a:endParaRPr lang="en-US" sz="1400" dirty="0"/>
          </a:p>
        </p:txBody>
      </p:sp>
      <p:sp>
        <p:nvSpPr>
          <p:cNvPr id="26" name="frame updated"/>
          <p:cNvSpPr/>
          <p:nvPr/>
        </p:nvSpPr>
        <p:spPr>
          <a:xfrm>
            <a:off x="493776" y="2779776"/>
            <a:ext cx="4681728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31750">
            <a:solidFill>
              <a:srgbClr val="10B981"/>
            </a:solidFill>
            <a:prstDash val="solid"/>
          </a:ln>
        </p:spPr>
      </p:sp>
      <p:pic>
        <p:nvPicPr>
          <p:cNvPr id="27" name="screenshot updated" descr="/home/claude/img/updat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34640"/>
            <a:ext cx="4572000" cy="123444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548640" y="4206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response served from the cluster via a minikube service URL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278892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86400" y="2788920"/>
            <a:ext cx="3200400" cy="384048"/>
          </a:xfrm>
          <a:prstGeom prst="roundRect">
            <a:avLst>
              <a:gd name="adj" fmla="val 2381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86400" y="3017520"/>
            <a:ext cx="3200400" cy="155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596128" y="278892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23560" y="3246120"/>
            <a:ext cx="2926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only changes code; the pipeline handles repeatable delivery; Kubernetes runs the workload.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Troubleshooting: Jenkins &amp; Git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852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errors that were diagnosed and fixed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246888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474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issue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/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Git installation does not exist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Git/tool configuration, use the available installation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 →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Fetching remote repo / max checkout retry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repo URL + credentials, retry checkout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Git repo at first 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files, commit, push to 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syntax / shell formatting 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Declarative syntax; shell commands in sh steps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of first 9 builds 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console logs, fix, rebuild until #9 green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Troubleshooting: Docker &amp; Kubernetes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852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errors from this project, with the fix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24688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9" name="frame dockererr"/>
          <p:cNvSpPr/>
          <p:nvPr/>
        </p:nvSpPr>
        <p:spPr>
          <a:xfrm>
            <a:off x="402336" y="1225296"/>
            <a:ext cx="4041648" cy="1585509"/>
          </a:xfrm>
          <a:prstGeom prst="roundRect">
            <a:avLst>
              <a:gd name="adj" fmla="val 4614"/>
            </a:avLst>
          </a:prstGeom>
          <a:solidFill>
            <a:srgbClr val="FFFFFF"/>
          </a:solidFill>
          <a:ln w="31750">
            <a:solidFill>
              <a:srgbClr val="F43F5E"/>
            </a:solidFill>
            <a:prstDash val="solid"/>
          </a:ln>
        </p:spPr>
      </p:sp>
      <p:pic>
        <p:nvPicPr>
          <p:cNvPr id="10" name="screenshot dockererr" descr="/home/claude/img/dockerer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931920" cy="147578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286566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status: Docker API not reachable</a:t>
            </a:r>
            <a:endParaRPr lang="en-US" sz="1100" dirty="0"/>
          </a:p>
        </p:txBody>
      </p:sp>
      <p:sp>
        <p:nvSpPr>
          <p:cNvPr id="12" name="frame applyerr"/>
          <p:cNvSpPr/>
          <p:nvPr/>
        </p:nvSpPr>
        <p:spPr>
          <a:xfrm>
            <a:off x="4517136" y="1225296"/>
            <a:ext cx="4224528" cy="606247"/>
          </a:xfrm>
          <a:prstGeom prst="roundRect">
            <a:avLst>
              <a:gd name="adj" fmla="val 12066"/>
            </a:avLst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</p:spPr>
      </p:sp>
      <p:pic>
        <p:nvPicPr>
          <p:cNvPr id="13" name="screenshot applyerr" descr="/home/claude/img/applyer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80160"/>
            <a:ext cx="4114800" cy="49651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1868119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apply: connection refused to API server</a:t>
            </a:r>
            <a:endParaRPr lang="en-US" sz="1100" dirty="0"/>
          </a:p>
        </p:txBody>
      </p:sp>
      <p:sp>
        <p:nvSpPr>
          <p:cNvPr id="15" name="frame pullbackoff"/>
          <p:cNvSpPr/>
          <p:nvPr/>
        </p:nvSpPr>
        <p:spPr>
          <a:xfrm>
            <a:off x="4517136" y="2185416"/>
            <a:ext cx="4224528" cy="1092222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</p:spPr>
      </p:sp>
      <p:pic>
        <p:nvPicPr>
          <p:cNvPr id="16" name="screenshot pullbackoff" descr="/home/claude/img/pullbackoff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40280"/>
            <a:ext cx="4114800" cy="9824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72000" y="331421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pods: ImagePullBackOff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6118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7200" y="3611880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3840480"/>
            <a:ext cx="2651760" cy="1554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66928" y="3611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not running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94360" y="40690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Docker Desktop, wait for "Engine running", then minikube start.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246120" y="36118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46120" y="3611880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246120" y="3840480"/>
            <a:ext cx="2651760" cy="155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355848" y="3611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refused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3383280" y="40690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was down. Start minikube first, then kubectl apply.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035040" y="36118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035040" y="3611880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035040" y="3840480"/>
            <a:ext cx="2651760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144768" y="3611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ImagePullBackOff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6172200" y="40690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not available to the cluster: load/build it inside Minikube; check image name and pull policy.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F43F5E">
              <a:alpha val="4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3291840" cy="3291840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874520" cy="1188720"/>
          </a:xfrm>
          <a:prstGeom prst="roundRect">
            <a:avLst>
              <a:gd name="adj" fmla="val 923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18745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1874520" cy="118872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188720"/>
            <a:ext cx="18745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874520" cy="1188720"/>
          </a:xfrm>
          <a:prstGeom prst="roundRect">
            <a:avLst>
              <a:gd name="adj" fmla="val 923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188720"/>
            <a:ext cx="18745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20840" y="1188720"/>
            <a:ext cx="1874520" cy="1188720"/>
          </a:xfrm>
          <a:prstGeom prst="roundRect">
            <a:avLst>
              <a:gd name="adj" fmla="val 9231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0840" y="1188720"/>
            <a:ext cx="18745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8046720" cy="1234440"/>
          </a:xfrm>
          <a:prstGeom prst="roundRect">
            <a:avLst>
              <a:gd name="adj" fmla="val 7407"/>
            </a:avLst>
          </a:prstGeom>
          <a:solidFill>
            <a:srgbClr val="1E1B4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743200"/>
            <a:ext cx="7589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four tools around one real application, from code push to deployed workload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Debugged Git, Jenkins, Docker and Kubernetes failures instead of only showing the happy path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every stage: checkout, build, rollout and the live endpoint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github.com/bhattrahul76660-cyber/cloud-support-devops-project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Support Ticket API - DevOps Project</dc:title>
  <dc:subject>PptxGenJS Presentation</dc:subject>
  <dc:creator>PptxGenJS</dc:creator>
  <cp:lastModifiedBy>PptxGenJS</cp:lastModifiedBy>
  <cp:revision>1</cp:revision>
  <dcterms:created xsi:type="dcterms:W3CDTF">2026-10-07T18:42:11Z</dcterms:created>
  <dcterms:modified xsi:type="dcterms:W3CDTF">2026-10-07T18:42:11Z</dcterms:modified>
</cp:coreProperties>
</file>